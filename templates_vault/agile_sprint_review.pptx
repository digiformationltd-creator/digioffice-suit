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724AF8E-587F-4B83-8332-02379BB40872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SPRINT 42 REVIEW &amp; SHOWCASE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AD6035E-12E7-4D96-90A1-78F7EE792971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Core Platform Engineering Team | Two-Week Iteration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57F49D7-4F29-42F9-93D0-51273F43717B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SPRINT GOALS ACHIEVED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79A1A37-06C5-491C-9DF3-D3CBCAEC0C52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Completed 18 user stories; 100% of planned velocity points delivered on schedule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9018E8C-77EF-4FA8-A9D8-C25AAD6E4047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DEMO: SHEESHA UI &amp; TEMPLATES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CE97E2B-CA2C-418C-A681-234492C33465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Live walkthrough of new frosted glass home screen and 29 integrated business templates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A893A98-839C-452B-85E7-DE3F24544AC5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QUALITY &amp; VELOCITY METRICS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CF55C9B-96D4-47BC-B60B-34E49AFAFA34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Zero blocker bugs; automated test coverage increased to 88.4%; CI build time cut by 30%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AD8C94C-3A9C-41D7-BDEA-007E9DA3D2BF}"/>
              </a:ext>
            </a:extLst>
          </p:cNvPr>
          <p:cNvSpPr txBox="1"/>
          <p:nvPr/>
        </p:nvSpPr>
        <p:spPr>
          <a:xfrm>
            <a:off x="914400" y="1200000"/>
            <a:ext cx="73152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NEXT SPRINT 43 PRIORITIES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91DBD830-5D0B-420A-89AD-FBBDFDE45F06}"/>
              </a:ext>
            </a:extLst>
          </p:cNvPr>
          <p:cNvSpPr txBox="1"/>
          <p:nvPr/>
        </p:nvSpPr>
        <p:spPr>
          <a:xfrm>
            <a:off x="914400" y="2600000"/>
            <a:ext cx="7315200" cy="2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/>
              <a:t>Focus on high-speed template cloning, cloud sync enhancements, and localization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等线"/>
        <a:font script="Hant" typeface="新細明體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