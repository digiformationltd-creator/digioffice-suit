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421E9A9-F465-4E14-8594-68AA63CC13CD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PRODUCT LAUNCH STRATEGY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6240EC9-CA3F-4A1F-A9B1-D2E65E14D21C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Go-To-Market Plan for DigiBiz Workspace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8E1E47D-7956-4825-9EBE-C06299AA6D07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TARGET BUYER PERSONAS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80F4136-A871-4C35-BC14-509CD13AAD39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CTOs, Chief Security Officers, Enterprise Legal Teams, and Financial Institutions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8B75109-236A-432F-BC1C-E96F298E17C6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VALUE PROPOSITION &amp; MOAT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FFBCBA3-7447-4742-937D-CD45E10EEEFB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Bank-grade on-premise security, zero telemetry data leakage, lightning startup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1F8F5C5-62E3-441B-9F51-8B1A4E8CC61A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LAUNCH TIMELINE &amp; CHANNELS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BA79AC5-880D-4D19-89E5-1EAB3A5AABF1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Multi-tier roll-out: Direct sales, open-source community edition, enterprise partner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263F99-397F-425F-9A34-60958BAE88E2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PRICING &amp; PACKAGING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A151F2F-C442-4FB0-907C-2A5AA2802F9C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Free Community Edition, Professional Tier ($12/mo), Enterprise Sovereign Node ($45/mo)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