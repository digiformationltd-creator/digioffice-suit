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5FF3B4B-282C-4184-9F54-55BC69E4AD23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DIGIBIZ GLOBAL TECHNOLOGIES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7E1AE7-63F8-455B-85DA-201DF9476F4D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Empowering Global Enterprise with Resilient Software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62234F0-C860-4952-A6B1-8AFD93D86332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WHO WE ARE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D2DC83B-DCB1-4765-B9CB-63512C1D5851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Founded in 2020, serving 450+ enterprise clients across Europe, North America, and Asia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D3C9B17-63CE-4011-9351-057AE757A553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OUR CORE SERVICES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438EEBA-BDD9-45A9-9059-60B4802F75A2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Enterprise OS engineering, high-throughput cloud infrastructure, and localized AI engines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778FBFF-B337-450C-9DED-697DF4495466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CLIENT CASE STUDIES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A88244B-B037-4CBB-A6F8-16CE8C7787F0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Delivered mission-critical workflow systems for banking, healthcare, and industrial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8247D1E-6BD4-42AA-8C23-B64CEAC0327C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GLOBAL LEADERSHIP TEAM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4BFE90E-9F45-4FCB-9B4A-51837A80FAEA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Led by veteran engineering and cybersecurity executives from world-class tech firms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