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0585C2C-4090-47D5-85DC-C4CADB3C5855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DIGIBIZ ENTERPRISE OS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E6CCF6B-7C3F-4E8B-AEC7-267A535123E4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The Sovereign, Privacy-First Operating System for Modern Enterprise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526A6C-3856-4E34-AB34-DFF9B1DB7415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THE PROBLEM: CLOUD FRAGILITY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75C10F4-FC78-4130-B607-3D16DF4C8FB5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Data leaks, recurring subscription bloat, and zero privacy in current cloud suites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CB420B4-58F5-40EC-872E-1D832B43876B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THE SOLUTION: DIGIOFFICE SUITE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330245A-3705-4F33-A2E4-6904B806FB8B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100% offline-capable, local-first document processing with embedded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909150E-B631-48C6-8BF4-0479477ED5FA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MARKET SIZE &amp; OPPORTUNITY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3100803-33F0-47C3-BAEF-9663B08EA72E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Total Addressable Market: $85 Billion global enterprise productivity and workspace sector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421AB78-7488-4736-AA26-0AAF4A25EF87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BUSINESS MODEL &amp; TRACTION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E3B611-C3DC-43C9-9DC0-54F823A0E5A3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Hybrid perpetual license + enterprise deployment retainers. 120% YoY customer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7E6B116-4E22-4C92-BD3C-1CCA968C9155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THE INVESTMENT ASK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3AAA1B4-D9A5-436F-8172-DC875EE0B01A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Seeking $5M Series A funding to expand global engineering and sovereign cloud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等线"/>
        <a:font script="Hant" typeface="新細明體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