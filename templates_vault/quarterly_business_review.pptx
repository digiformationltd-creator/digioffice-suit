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65BB8D-2D9E-4D8C-A069-98D0CC3F8C93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Q3 2026 BUSINESS REVIEW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F2707A3-98E1-477E-B165-945958152EB5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Executive Leadership Performance &amp; Financial Strategy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A7F7AC5-F2BC-455D-A3AD-F04B1CF306AD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EXECUTIVE HIGHLIGHTS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F9C3370-FA08-43C7-BFE8-1C79803476D5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Record 28% ARR expansion, 99.99% system availability, 42 new enterprise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BC392B4-B89F-4A0C-8C1B-86B04A05E9FB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FINANCIAL PERFORMANCE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0BEFA1A-E33B-4B1C-A9FD-DE44B294BB06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Exceeded quarterly gross revenue target by $420,000; OpEx reduced by 12%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094540D-1378-420D-B011-DF2522B7BDFE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PRODUCT &amp; TECH MILESTONES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83D17F-E80D-4986-8278-6B1F3024B9F3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Successful launch of DigiOffice Suite 32-bit &amp; 64-bit universal installers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E3F22C3-86F7-4EE5-B4B8-F3092EBAB422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CUSTOMER SUCCESS &amp; RETENTION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8ACFEBF-751D-443D-A3BB-1990D91818CF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Net Promoter Score increased to 74; Net Revenue Retention (NRR) at 124%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79E206B-E026-44B2-B214-6598FC84E73B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Q4 STRATEGIC OBJECTIVES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033D2E1-6A1D-4051-B2DF-3C011DD00C1C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Accelerate European distribution, launch template vault, scale partner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